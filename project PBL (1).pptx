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9"/>
  </p:notesMasterIdLst>
  <p:handoutMasterIdLst>
    <p:handoutMasterId r:id="rId20"/>
  </p:handoutMasterIdLst>
  <p:sldIdLst>
    <p:sldId id="314" r:id="rId3"/>
    <p:sldId id="323" r:id="rId4"/>
    <p:sldId id="266" r:id="rId5"/>
    <p:sldId id="341" r:id="rId6"/>
    <p:sldId id="342" r:id="rId7"/>
    <p:sldId id="343" r:id="rId8"/>
    <p:sldId id="344" r:id="rId9"/>
    <p:sldId id="345" r:id="rId10"/>
    <p:sldId id="340" r:id="rId11"/>
    <p:sldId id="349" r:id="rId12"/>
    <p:sldId id="350" r:id="rId13"/>
    <p:sldId id="351" r:id="rId14"/>
    <p:sldId id="352" r:id="rId15"/>
    <p:sldId id="347" r:id="rId16"/>
    <p:sldId id="348" r:id="rId17"/>
    <p:sldId id="33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BCDB23-F71F-45AC-95C4-53EA35851854}" v="25" dt="2026-03-04T03:42:43.0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582"/>
    <p:restoredTop sz="95833"/>
  </p:normalViewPr>
  <p:slideViewPr>
    <p:cSldViewPr snapToGrid="0" snapToObjects="1">
      <p:cViewPr varScale="1">
        <p:scale>
          <a:sx n="82" d="100"/>
          <a:sy n="82" d="100"/>
        </p:scale>
        <p:origin x="509" y="72"/>
      </p:cViewPr>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3/9/2026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3/9/2026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3BF734CB-DFAB-944A-8037-9643745D8F20}" type="datetime1">
              <a:rPr lang="en-IN" smtClean="0"/>
              <a:t>09-03-2026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9C5272DB-0103-AF4C-A22D-07421EC406AD}" type="datetime1">
              <a:rPr lang="en-IN" smtClean="0"/>
              <a:t>09-03-2026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6918335F-2E5B-B14E-9706-E237C81E4155}" type="datetime1">
              <a:rPr lang="en-IN" smtClean="0"/>
              <a:t>09-03-2026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15BD6649-7156-A341-B9F2-F045B7551E13}" type="datetime1">
              <a:rPr lang="en-IN" smtClean="0"/>
              <a:t>09-03-2026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C9977CD1-E97C-BA41-8E49-9F39B98FFBE8}" type="datetime1">
              <a:rPr lang="en-IN" smtClean="0"/>
              <a:t>09-03-2026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F3DDBCA1-9406-7A44-8A76-1046B4040777}" type="datetime1">
              <a:rPr lang="en-IN" smtClean="0"/>
              <a:t>09-03-2026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173030211           Department of CSE</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C7FB085D-B69B-9C45-93A5-77F47F2F6792}" type="datetime1">
              <a:rPr lang="en-IN" smtClean="0"/>
              <a:t>09-03-2026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173030211           Department of CSE</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C61B69B7-E8EF-6346-9390-671C5B22ACF3}" type="datetime1">
              <a:rPr lang="en-IN" smtClean="0"/>
              <a:t>09-03-2026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B920709D-BF3C-5743-B60D-B01C16014A7B}" type="datetime1">
              <a:rPr lang="en-IN" smtClean="0"/>
              <a:t>09-03-2026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B04444B0-6575-954F-AAA2-CB0D0417F745}" type="datetime1">
              <a:rPr lang="en-IN" smtClean="0"/>
              <a:t>09-03-2026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6DE7A436-9AA5-6C4B-AFF1-C34F60A9AB89}" type="datetime1">
              <a:rPr lang="en-IN" smtClean="0"/>
              <a:t>09-03-2026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6BF141C7-EF5A-1D4A-89F0-79C7DE818D53}" type="datetime1">
              <a:rPr lang="en-IN" smtClean="0"/>
              <a:t>09-03-2026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8C868A0C-C998-984C-ABE3-A33473D7CABD}" type="datetime1">
              <a:rPr lang="en-IN" smtClean="0"/>
              <a:t>09-03-2026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BDD2EF84-6667-8447-AC88-082F9D71D82C}" type="datetime1">
              <a:rPr lang="en-IN" smtClean="0"/>
              <a:t>09-03-2026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61563FD6-5C64-304A-9680-469E8D83D1BF}" type="datetime1">
              <a:rPr lang="en-IN" smtClean="0"/>
              <a:t>09-03-2026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D93985EC-8C41-0649-B43C-28421C497AA5}" type="datetime1">
              <a:rPr lang="en-IN" smtClean="0"/>
              <a:t>09-03-2026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85D85A-3465-384D-962A-D11BB8B39525}" type="datetime1">
              <a:rPr lang="en-IN" smtClean="0"/>
              <a:t>09-03-2026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F4C6E9-161C-B44B-AD70-8813DADCDED1}" type="datetime1">
              <a:rPr lang="en-IN" smtClean="0"/>
              <a:t>09-03-2026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494057" y="136525"/>
            <a:ext cx="11543614" cy="1128381"/>
          </a:xfrm>
        </p:spPr>
        <p:txBody>
          <a:bodyPr>
            <a:noAutofit/>
          </a:bodyPr>
          <a:lstStyle/>
          <a:p>
            <a:pPr algn="ctr">
              <a:lnSpc>
                <a:spcPct val="100000"/>
              </a:lnSpc>
            </a:pPr>
            <a:r>
              <a:rPr lang="en-US" sz="2400" dirty="0">
                <a:solidFill>
                  <a:srgbClr val="0070C0"/>
                </a:solidFill>
                <a:latin typeface="+mn-lt"/>
                <a:cs typeface="Arial" panose="020B0604020202020204" pitchFamily="34" charset="0"/>
              </a:rPr>
              <a:t>Title: Campus Event-Navigator Registration Hub</a:t>
            </a:r>
            <a:endParaRPr lang="en-US" sz="2400" dirty="0">
              <a:solidFill>
                <a:srgbClr val="FF0000"/>
              </a:solidFill>
              <a:latin typeface="+mn-lt"/>
              <a:cs typeface="Arial" panose="020B0604020202020204" pitchFamily="34" charset="0"/>
            </a:endParaRPr>
          </a:p>
        </p:txBody>
      </p:sp>
      <p:sp>
        <p:nvSpPr>
          <p:cNvPr id="3" name="Content Placeholder 2">
            <a:extLst>
              <a:ext uri="{FF2B5EF4-FFF2-40B4-BE49-F238E27FC236}">
                <a16:creationId xmlns:a16="http://schemas.microsoft.com/office/drawing/2014/main" id="{7AEAE0CE-45A1-A1FF-31F4-66CECAEF3059}"/>
              </a:ext>
            </a:extLst>
          </p:cNvPr>
          <p:cNvSpPr>
            <a:spLocks noGrp="1"/>
          </p:cNvSpPr>
          <p:nvPr>
            <p:ph sz="half" idx="1"/>
          </p:nvPr>
        </p:nvSpPr>
        <p:spPr>
          <a:xfrm>
            <a:off x="838200" y="1150130"/>
            <a:ext cx="10515600" cy="1097555"/>
          </a:xfrm>
        </p:spPr>
        <p:txBody>
          <a:bodyPr>
            <a:normAutofit fontScale="25000" lnSpcReduction="20000"/>
          </a:bodyPr>
          <a:lstStyle/>
          <a:p>
            <a:pPr marL="0" indent="0" algn="ctr">
              <a:buNone/>
            </a:pPr>
            <a:r>
              <a:rPr lang="en-US" sz="9600" dirty="0"/>
              <a:t>Student Name: Inturi Joshitha</a:t>
            </a:r>
          </a:p>
          <a:p>
            <a:pPr marL="0" indent="0" algn="ctr">
              <a:buNone/>
            </a:pPr>
            <a:r>
              <a:rPr lang="en-US" sz="9600" dirty="0"/>
              <a:t>Student ID: 2520040062</a:t>
            </a:r>
            <a:r>
              <a:rPr lang="en-US" sz="2400" dirty="0"/>
              <a:t>)</a:t>
            </a:r>
          </a:p>
          <a:p>
            <a:pPr marL="0" indent="0" algn="ctr">
              <a:buNone/>
            </a:pPr>
            <a:r>
              <a:rPr lang="en-US" sz="11200" dirty="0"/>
              <a:t>Cluster:4</a:t>
            </a:r>
          </a:p>
          <a:p>
            <a:pPr marL="0" indent="0" algn="ctr">
              <a:buNone/>
            </a:pPr>
            <a:r>
              <a:rPr lang="en-US" sz="11200" dirty="0"/>
              <a:t>Section: 13</a:t>
            </a: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fld id="{D4ABCEED-36AB-D94A-B562-4D3E096B39D1}" type="datetime1">
              <a:rPr lang="en-IN" smtClean="0"/>
              <a:t>09-03-2026</a:t>
            </a:fld>
            <a:endParaRPr lang="en-US"/>
          </a:p>
        </p:txBody>
      </p:sp>
      <p:pic>
        <p:nvPicPr>
          <p:cNvPr id="12" name="Picture 11" descr="A picture containing shape&#10;&#10;Description automatically generated">
            <a:extLst>
              <a:ext uri="{FF2B5EF4-FFF2-40B4-BE49-F238E27FC236}">
                <a16:creationId xmlns:a16="http://schemas.microsoft.com/office/drawing/2014/main" id="{22EBCDF0-8C0C-C908-85EA-FD8A72825B21}"/>
              </a:ext>
            </a:extLst>
          </p:cNvPr>
          <p:cNvPicPr>
            <a:picLocks noChangeAspect="1"/>
          </p:cNvPicPr>
          <p:nvPr/>
        </p:nvPicPr>
        <p:blipFill>
          <a:blip r:embed="rId2"/>
          <a:stretch>
            <a:fillRect/>
          </a:stretch>
        </p:blipFill>
        <p:spPr>
          <a:xfrm>
            <a:off x="5356361" y="5015918"/>
            <a:ext cx="1725712" cy="930978"/>
          </a:xfrm>
          <a:prstGeom prst="rect">
            <a:avLst/>
          </a:prstGeom>
        </p:spPr>
      </p:pic>
      <p:sp>
        <p:nvSpPr>
          <p:cNvPr id="13" name="Content Placeholder 3">
            <a:extLst>
              <a:ext uri="{FF2B5EF4-FFF2-40B4-BE49-F238E27FC236}">
                <a16:creationId xmlns:a16="http://schemas.microsoft.com/office/drawing/2014/main" id="{3F9DE7D0-41AC-90DD-3065-235240261B1B}"/>
              </a:ext>
            </a:extLst>
          </p:cNvPr>
          <p:cNvSpPr txBox="1">
            <a:spLocks/>
          </p:cNvSpPr>
          <p:nvPr/>
        </p:nvSpPr>
        <p:spPr>
          <a:xfrm>
            <a:off x="838200" y="3332480"/>
            <a:ext cx="11199471" cy="1571945"/>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8600" dirty="0"/>
              <a:t>Under the Guidance </a:t>
            </a:r>
          </a:p>
          <a:p>
            <a:pPr marL="0" indent="0" algn="ctr">
              <a:buNone/>
            </a:pPr>
            <a:r>
              <a:rPr lang="en-US" sz="8600" dirty="0"/>
              <a:t>of </a:t>
            </a:r>
            <a:endParaRPr lang="en-US" sz="8600" dirty="0">
              <a:solidFill>
                <a:srgbClr val="00B050"/>
              </a:solidFill>
            </a:endParaRPr>
          </a:p>
          <a:p>
            <a:pPr marL="0" indent="0" algn="ctr">
              <a:buNone/>
            </a:pPr>
            <a:r>
              <a:rPr lang="en-US" sz="8600" dirty="0">
                <a:solidFill>
                  <a:srgbClr val="00B050"/>
                </a:solidFill>
              </a:rPr>
              <a:t>Supervisor Name: B . Srinivas</a:t>
            </a:r>
          </a:p>
          <a:p>
            <a:pPr marL="0" indent="0" algn="ctr">
              <a:buNone/>
            </a:pPr>
            <a:r>
              <a:rPr lang="en-US" sz="8600" dirty="0">
                <a:solidFill>
                  <a:srgbClr val="00B050"/>
                </a:solidFill>
              </a:rPr>
              <a:t>Assistant Professor : Jayaram Boga</a:t>
            </a:r>
          </a:p>
          <a:p>
            <a:pPr marL="0" indent="0" algn="ctr">
              <a:buNone/>
            </a:pPr>
            <a:r>
              <a:rPr lang="en-US" sz="8600" dirty="0">
                <a:solidFill>
                  <a:srgbClr val="00B050"/>
                </a:solidFill>
              </a:rPr>
              <a:t>Department of ECE</a:t>
            </a:r>
          </a:p>
          <a:p>
            <a:pPr marL="0" indent="0">
              <a:buFont typeface="Arial" panose="020B0604020202020204" pitchFamily="34" charset="0"/>
              <a:buNone/>
            </a:pPr>
            <a:endParaRPr lang="en-US" sz="2400" dirty="0">
              <a:solidFill>
                <a:srgbClr val="00B050"/>
              </a:solidFill>
            </a:endParaRPr>
          </a:p>
        </p:txBody>
      </p:sp>
      <p:sp>
        <p:nvSpPr>
          <p:cNvPr id="5" name="Slide Number Placeholder 4">
            <a:extLst>
              <a:ext uri="{FF2B5EF4-FFF2-40B4-BE49-F238E27FC236}">
                <a16:creationId xmlns:a16="http://schemas.microsoft.com/office/drawing/2014/main" id="{8A4C03D2-3952-BF4D-18CA-C2C8547E2A2A}"/>
              </a:ext>
            </a:extLst>
          </p:cNvPr>
          <p:cNvSpPr>
            <a:spLocks noGrp="1"/>
          </p:cNvSpPr>
          <p:nvPr>
            <p:ph type="sldNum" sz="quarter" idx="12"/>
          </p:nvPr>
        </p:nvSpPr>
        <p:spPr/>
        <p:txBody>
          <a:bodyPr/>
          <a:lstStyle/>
          <a:p>
            <a:fld id="{B961B71F-4B40-8942-BB88-E0F5C0B46E10}" type="slidenum">
              <a:rPr lang="en-US" smtClean="0"/>
              <a:t>1</a:t>
            </a:fld>
            <a:endParaRPr lang="en-US"/>
          </a:p>
        </p:txBody>
      </p:sp>
    </p:spTree>
    <p:extLst>
      <p:ext uri="{BB962C8B-B14F-4D97-AF65-F5344CB8AC3E}">
        <p14:creationId xmlns:p14="http://schemas.microsoft.com/office/powerpoint/2010/main" val="10170163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Abstract</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rmAutofit fontScale="92500" lnSpcReduction="10000"/>
          </a:bodyPr>
          <a:lstStyle/>
          <a:p>
            <a:r>
              <a:rPr lang="en-US" dirty="0">
                <a:latin typeface="Bell MT" panose="02020503060305020303" pitchFamily="18" charset="0"/>
              </a:rPr>
              <a:t>The Campus Event Navigator-Registration Hub is designed to provide students with clear and organized information about college events. It displays important event details such as event name, date, venue, and scheduled activities in a structured manner. The project helps students easily explore upcoming technical and cultural events and understand the purpose of each event through a simple and user-friendly interface . </a:t>
            </a:r>
          </a:p>
          <a:p>
            <a:r>
              <a:rPr lang="en-US" dirty="0">
                <a:latin typeface="Bell MT" panose="02020503060305020303" pitchFamily="18" charset="0"/>
              </a:rPr>
              <a:t>The project also includes a registration feature that allows students to submit their basic details for event participation. By using fundamental HTML elements such as headings, tables, lists, images, and forms, the project demonstrates how web pages can be created to present information and collect user input. This project serves as an effective introduction to basic web development concepts for first-year engineering students.</a:t>
            </a:r>
          </a:p>
          <a:p>
            <a:endParaRPr lang="en-US"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2</a:t>
            </a:fld>
            <a:endParaRPr lang="en-US"/>
          </a:p>
        </p:txBody>
      </p:sp>
    </p:spTree>
    <p:extLst>
      <p:ext uri="{BB962C8B-B14F-4D97-AF65-F5344CB8AC3E}">
        <p14:creationId xmlns:p14="http://schemas.microsoft.com/office/powerpoint/2010/main" val="27157837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Existing System </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2CB9F02-6AB8-A348-9013-8FCBB8174821}" type="datetime1">
              <a:rPr lang="en-IN" smtClean="0"/>
              <a:t>09-03-2026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3</a:t>
            </a:fld>
            <a:endParaRPr lang="en-US"/>
          </a:p>
        </p:txBody>
      </p:sp>
      <p:sp>
        <p:nvSpPr>
          <p:cNvPr id="13" name="TextBox 12">
            <a:extLst>
              <a:ext uri="{FF2B5EF4-FFF2-40B4-BE49-F238E27FC236}">
                <a16:creationId xmlns:a16="http://schemas.microsoft.com/office/drawing/2014/main" id="{9802EEB7-5DAC-ADF1-A2DA-EF11F2A7DD33}"/>
              </a:ext>
            </a:extLst>
          </p:cNvPr>
          <p:cNvSpPr txBox="1"/>
          <p:nvPr/>
        </p:nvSpPr>
        <p:spPr>
          <a:xfrm>
            <a:off x="524933" y="1625600"/>
            <a:ext cx="10317113" cy="3108543"/>
          </a:xfrm>
          <a:prstGeom prst="rect">
            <a:avLst/>
          </a:prstGeom>
          <a:noFill/>
        </p:spPr>
        <p:txBody>
          <a:bodyPr wrap="square">
            <a:spAutoFit/>
          </a:bodyPr>
          <a:lstStyle/>
          <a:p>
            <a:pPr>
              <a:buFont typeface="Arial" panose="020B0604020202020204" pitchFamily="34" charset="0"/>
              <a:buChar char="•"/>
            </a:pPr>
            <a:r>
              <a:rPr lang="en-US" sz="2800" dirty="0"/>
              <a:t>Event information is shared through </a:t>
            </a:r>
            <a:r>
              <a:rPr lang="en-US" sz="2800" b="1" dirty="0"/>
              <a:t>notice boards and posters</a:t>
            </a:r>
            <a:r>
              <a:rPr lang="en-US" sz="2800" dirty="0"/>
              <a:t>.</a:t>
            </a:r>
          </a:p>
          <a:p>
            <a:pPr>
              <a:buFont typeface="Arial" panose="020B0604020202020204" pitchFamily="34" charset="0"/>
              <a:buChar char="•"/>
            </a:pPr>
            <a:r>
              <a:rPr lang="en-US" sz="2800" dirty="0"/>
              <a:t>Students depend on </a:t>
            </a:r>
            <a:r>
              <a:rPr lang="en-US" sz="2800" b="1" dirty="0"/>
              <a:t>announcements or messages</a:t>
            </a:r>
            <a:r>
              <a:rPr lang="en-US" sz="2800" dirty="0"/>
              <a:t> to know about events.</a:t>
            </a:r>
          </a:p>
          <a:p>
            <a:pPr>
              <a:buFont typeface="Arial" panose="020B0604020202020204" pitchFamily="34" charset="0"/>
              <a:buChar char="•"/>
            </a:pPr>
            <a:r>
              <a:rPr lang="en-US" sz="2800" dirty="0"/>
              <a:t>Event details are </a:t>
            </a:r>
            <a:r>
              <a:rPr lang="en-US" sz="2800" b="1" dirty="0"/>
              <a:t>not available in one place</a:t>
            </a:r>
            <a:r>
              <a:rPr lang="en-US" sz="2800" dirty="0"/>
              <a:t>.</a:t>
            </a:r>
          </a:p>
          <a:p>
            <a:pPr>
              <a:buFont typeface="Arial" panose="020B0604020202020204" pitchFamily="34" charset="0"/>
              <a:buChar char="•"/>
            </a:pPr>
            <a:r>
              <a:rPr lang="en-US" sz="2800" dirty="0"/>
              <a:t>Registration is often done </a:t>
            </a:r>
            <a:r>
              <a:rPr lang="en-US" sz="2800" b="1" dirty="0"/>
              <a:t>manually or through different links</a:t>
            </a:r>
            <a:r>
              <a:rPr lang="en-US" sz="2800" dirty="0"/>
              <a:t>.</a:t>
            </a:r>
          </a:p>
          <a:p>
            <a:pPr>
              <a:buFont typeface="Arial" panose="020B0604020202020204" pitchFamily="34" charset="0"/>
              <a:buChar char="•"/>
            </a:pPr>
            <a:r>
              <a:rPr lang="en-US" sz="2800" dirty="0"/>
              <a:t>Students may </a:t>
            </a:r>
            <a:r>
              <a:rPr lang="en-US" sz="2800" b="1" dirty="0"/>
              <a:t>miss event updates or deadlines</a:t>
            </a:r>
            <a:r>
              <a:rPr lang="en-US" sz="2800" dirty="0"/>
              <a:t>.</a:t>
            </a:r>
          </a:p>
          <a:p>
            <a:pPr>
              <a:buFont typeface="Arial" panose="020B0604020202020204" pitchFamily="34" charset="0"/>
              <a:buChar char="•"/>
            </a:pPr>
            <a:r>
              <a:rPr lang="en-US" sz="2800" dirty="0"/>
              <a:t>The process is </a:t>
            </a:r>
            <a:r>
              <a:rPr lang="en-US" sz="2800" b="1" dirty="0"/>
              <a:t>time-consuming and not well organized</a:t>
            </a:r>
            <a:r>
              <a:rPr lang="en-US" sz="2800" dirty="0"/>
              <a:t>.</a:t>
            </a:r>
          </a:p>
        </p:txBody>
      </p:sp>
    </p:spTree>
    <p:extLst>
      <p:ext uri="{BB962C8B-B14F-4D97-AF65-F5344CB8AC3E}">
        <p14:creationId xmlns:p14="http://schemas.microsoft.com/office/powerpoint/2010/main" val="9308333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E7308-1D11-0801-FB87-8CFF8CD98E9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EAE696E-C5CB-1479-F98C-F7C2D0B7BED0}"/>
              </a:ext>
            </a:extLst>
          </p:cNvPr>
          <p:cNvSpPr>
            <a:spLocks noGrp="1"/>
          </p:cNvSpPr>
          <p:nvPr>
            <p:ph type="title"/>
          </p:nvPr>
        </p:nvSpPr>
        <p:spPr>
          <a:xfrm>
            <a:off x="1180618" y="365125"/>
            <a:ext cx="10173182" cy="1128009"/>
          </a:xfrm>
        </p:spPr>
        <p:txBody>
          <a:bodyPr/>
          <a:lstStyle/>
          <a:p>
            <a:pPr algn="ctr"/>
            <a:r>
              <a:rPr lang="en-US" b="1" dirty="0"/>
              <a:t>Proposed System</a:t>
            </a:r>
          </a:p>
        </p:txBody>
      </p:sp>
      <p:sp>
        <p:nvSpPr>
          <p:cNvPr id="9" name="Content Placeholder 8">
            <a:extLst>
              <a:ext uri="{FF2B5EF4-FFF2-40B4-BE49-F238E27FC236}">
                <a16:creationId xmlns:a16="http://schemas.microsoft.com/office/drawing/2014/main" id="{89135224-75FA-6942-7E71-50A315519F9D}"/>
              </a:ext>
            </a:extLst>
          </p:cNvPr>
          <p:cNvSpPr>
            <a:spLocks noGrp="1"/>
          </p:cNvSpPr>
          <p:nvPr>
            <p:ph idx="1"/>
          </p:nvPr>
        </p:nvSpPr>
        <p:spPr>
          <a:xfrm>
            <a:off x="838200" y="1825625"/>
            <a:ext cx="10515600" cy="3711575"/>
          </a:xfrm>
        </p:spPr>
        <p:txBody>
          <a:bodyPr>
            <a:normAutofit/>
          </a:bodyPr>
          <a:lstStyle/>
          <a:p>
            <a:r>
              <a:rPr lang="en-US" dirty="0"/>
              <a:t>A </a:t>
            </a:r>
            <a:r>
              <a:rPr lang="en-US" b="1" dirty="0"/>
              <a:t>single web page</a:t>
            </a:r>
            <a:r>
              <a:rPr lang="en-US" dirty="0"/>
              <a:t> to display all campus events.</a:t>
            </a:r>
          </a:p>
          <a:p>
            <a:r>
              <a:rPr lang="en-US" dirty="0"/>
              <a:t>Students can </a:t>
            </a:r>
            <a:r>
              <a:rPr lang="en-US" b="1" dirty="0"/>
              <a:t>view event details</a:t>
            </a:r>
            <a:r>
              <a:rPr lang="en-US" dirty="0"/>
              <a:t> like name, date, and venue easily.</a:t>
            </a:r>
          </a:p>
          <a:p>
            <a:r>
              <a:rPr lang="en-US" dirty="0"/>
              <a:t>Events are shown in a </a:t>
            </a:r>
            <a:r>
              <a:rPr lang="en-US" b="1" dirty="0"/>
              <a:t>clear and organized format</a:t>
            </a:r>
            <a:r>
              <a:rPr lang="en-US" dirty="0"/>
              <a:t>.</a:t>
            </a:r>
          </a:p>
          <a:p>
            <a:r>
              <a:rPr lang="en-US" dirty="0"/>
              <a:t>Students can </a:t>
            </a:r>
            <a:r>
              <a:rPr lang="en-US" b="1" dirty="0"/>
              <a:t>register online using a form</a:t>
            </a:r>
            <a:r>
              <a:rPr lang="en-US" dirty="0"/>
              <a:t>.</a:t>
            </a:r>
          </a:p>
          <a:p>
            <a:r>
              <a:rPr lang="en-US" dirty="0"/>
              <a:t>The system is </a:t>
            </a:r>
            <a:r>
              <a:rPr lang="en-US" b="1" dirty="0"/>
              <a:t>simple, fast, and easy to use</a:t>
            </a:r>
            <a:r>
              <a:rPr lang="en-US" dirty="0"/>
              <a:t>.</a:t>
            </a:r>
          </a:p>
          <a:p>
            <a:r>
              <a:rPr lang="en-US" dirty="0"/>
              <a:t>Helps students </a:t>
            </a:r>
            <a:r>
              <a:rPr lang="en-US" b="1" dirty="0"/>
              <a:t>quickly know and participate in events</a:t>
            </a:r>
            <a:r>
              <a:rPr lang="en-US" dirty="0"/>
              <a:t>.</a:t>
            </a:r>
          </a:p>
          <a:p>
            <a:endParaRPr lang="en-US" dirty="0"/>
          </a:p>
        </p:txBody>
      </p:sp>
      <p:sp>
        <p:nvSpPr>
          <p:cNvPr id="5" name="Date Placeholder 4">
            <a:extLst>
              <a:ext uri="{FF2B5EF4-FFF2-40B4-BE49-F238E27FC236}">
                <a16:creationId xmlns:a16="http://schemas.microsoft.com/office/drawing/2014/main" id="{DBF95472-1444-D525-21F0-49779A036CF4}"/>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F5E105F9-7400-1835-C4B4-B38C94DE631B}"/>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F9D399E1-BA43-10D5-C92A-C058676C1ABA}"/>
              </a:ext>
            </a:extLst>
          </p:cNvPr>
          <p:cNvSpPr>
            <a:spLocks noGrp="1"/>
          </p:cNvSpPr>
          <p:nvPr>
            <p:ph type="sldNum" sz="quarter" idx="12"/>
          </p:nvPr>
        </p:nvSpPr>
        <p:spPr/>
        <p:txBody>
          <a:bodyPr/>
          <a:lstStyle/>
          <a:p>
            <a:fld id="{B961B71F-4B40-8942-BB88-E0F5C0B46E10}" type="slidenum">
              <a:rPr lang="en-US" smtClean="0"/>
              <a:t>4</a:t>
            </a:fld>
            <a:endParaRPr lang="en-US"/>
          </a:p>
        </p:txBody>
      </p:sp>
    </p:spTree>
    <p:extLst>
      <p:ext uri="{BB962C8B-B14F-4D97-AF65-F5344CB8AC3E}">
        <p14:creationId xmlns:p14="http://schemas.microsoft.com/office/powerpoint/2010/main" val="32054848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A1740-4A22-BB35-FC5B-E9B78149554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17383E4-A635-5D2C-0BA9-6A9D4A506E92}"/>
              </a:ext>
            </a:extLst>
          </p:cNvPr>
          <p:cNvSpPr>
            <a:spLocks noGrp="1"/>
          </p:cNvSpPr>
          <p:nvPr>
            <p:ph type="title"/>
          </p:nvPr>
        </p:nvSpPr>
        <p:spPr>
          <a:xfrm>
            <a:off x="1180618" y="365125"/>
            <a:ext cx="10173182" cy="1128009"/>
          </a:xfrm>
        </p:spPr>
        <p:txBody>
          <a:bodyPr/>
          <a:lstStyle/>
          <a:p>
            <a:pPr algn="ctr"/>
            <a:r>
              <a:rPr lang="en-US" b="1" dirty="0"/>
              <a:t>System Architecture</a:t>
            </a:r>
          </a:p>
        </p:txBody>
      </p:sp>
      <p:sp>
        <p:nvSpPr>
          <p:cNvPr id="5" name="Date Placeholder 4">
            <a:extLst>
              <a:ext uri="{FF2B5EF4-FFF2-40B4-BE49-F238E27FC236}">
                <a16:creationId xmlns:a16="http://schemas.microsoft.com/office/drawing/2014/main" id="{ABAD3843-97BD-682A-B84E-8FDB1825801E}"/>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8AA237BD-B76F-738D-5648-B271AAD57998}"/>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27B2409B-FFAD-25CD-834C-0C2CA4A71B30}"/>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3" name="Content Placeholder 2">
            <a:extLst>
              <a:ext uri="{FF2B5EF4-FFF2-40B4-BE49-F238E27FC236}">
                <a16:creationId xmlns:a16="http://schemas.microsoft.com/office/drawing/2014/main" id="{E0EAE09E-E76C-444A-9E37-D31D8D53DE5B}"/>
              </a:ext>
            </a:extLst>
          </p:cNvPr>
          <p:cNvSpPr>
            <a:spLocks noGrp="1" noChangeArrowheads="1"/>
          </p:cNvSpPr>
          <p:nvPr>
            <p:ph idx="1"/>
          </p:nvPr>
        </p:nvSpPr>
        <p:spPr bwMode="auto">
          <a:xfrm>
            <a:off x="578498" y="1752757"/>
            <a:ext cx="11355355"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Frontend:</a:t>
            </a:r>
            <a:r>
              <a:rPr kumimoji="0" lang="en-US" altLang="en-US" b="0" i="0" u="none" strike="noStrike" cap="none" normalizeH="0" baseline="0" dirty="0">
                <a:ln>
                  <a:noFill/>
                </a:ln>
                <a:solidFill>
                  <a:schemeClr val="tx1"/>
                </a:solidFill>
                <a:effectLst/>
                <a:latin typeface="Arial" panose="020B0604020202020204" pitchFamily="34" charset="0"/>
              </a:rPr>
              <a:t> HTML, CSS, JavaScript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Backend:</a:t>
            </a:r>
            <a:r>
              <a:rPr kumimoji="0" lang="en-US" altLang="en-US" b="0" i="0" u="none" strike="noStrike" cap="none" normalizeH="0" baseline="0" dirty="0">
                <a:ln>
                  <a:noFill/>
                </a:ln>
                <a:solidFill>
                  <a:schemeClr val="tx1"/>
                </a:solidFill>
                <a:effectLst/>
                <a:latin typeface="Arial" panose="020B0604020202020204" pitchFamily="34" charset="0"/>
              </a:rPr>
              <a:t> Basic client-side logic for form validation and interaction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Database:</a:t>
            </a:r>
            <a:r>
              <a:rPr kumimoji="0" lang="en-US" altLang="en-US" b="0" i="0" u="none" strike="noStrike" cap="none" normalizeH="0" baseline="0" dirty="0">
                <a:ln>
                  <a:noFill/>
                </a:ln>
                <a:solidFill>
                  <a:schemeClr val="tx1"/>
                </a:solidFill>
                <a:effectLst/>
                <a:latin typeface="Arial" panose="020B0604020202020204" pitchFamily="34" charset="0"/>
              </a:rPr>
              <a:t> Not used (form collects user input only)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Modules:</a:t>
            </a:r>
            <a:r>
              <a:rPr kumimoji="0" lang="en-US" altLang="en-US" b="0" i="0" u="none" strike="noStrike" cap="none" normalizeH="0" baseline="0" dirty="0">
                <a:ln>
                  <a:noFill/>
                </a:ln>
                <a:solidFill>
                  <a:schemeClr val="tx1"/>
                </a:solidFill>
                <a:effectLst/>
                <a:latin typeface="Arial" panose="020B0604020202020204" pitchFamily="34" charset="0"/>
              </a:rPr>
              <a:t> Event Display, Event Details, Student Registration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Users:</a:t>
            </a:r>
            <a:r>
              <a:rPr kumimoji="0" lang="en-US" altLang="en-US" b="0" i="0" u="none" strike="noStrike" cap="none" normalizeH="0" baseline="0" dirty="0">
                <a:ln>
                  <a:noFill/>
                </a:ln>
                <a:solidFill>
                  <a:schemeClr val="tx1"/>
                </a:solidFill>
                <a:effectLst/>
                <a:latin typeface="Arial" panose="020B0604020202020204" pitchFamily="34" charset="0"/>
              </a:rPr>
              <a:t> Students, Event Participants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Data Flow:</a:t>
            </a:r>
            <a:r>
              <a:rPr kumimoji="0" lang="en-US" altLang="en-US" b="0" i="0" u="none" strike="noStrike" cap="none" normalizeH="0" baseline="0" dirty="0">
                <a:ln>
                  <a:noFill/>
                </a:ln>
                <a:solidFill>
                  <a:schemeClr val="tx1"/>
                </a:solidFill>
                <a:effectLst/>
                <a:latin typeface="Arial" panose="020B0604020202020204" pitchFamily="34" charset="0"/>
              </a:rPr>
              <a:t> Students view events and submit registration details through the web page</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34890111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03485-1CDC-6A29-86F1-EC5F9BB7E72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F8E0586-CE85-480D-585E-FCD3C3448CF2}"/>
              </a:ext>
            </a:extLst>
          </p:cNvPr>
          <p:cNvSpPr>
            <a:spLocks noGrp="1"/>
          </p:cNvSpPr>
          <p:nvPr>
            <p:ph type="title"/>
          </p:nvPr>
        </p:nvSpPr>
        <p:spPr>
          <a:xfrm>
            <a:off x="1180618" y="365125"/>
            <a:ext cx="10173182" cy="1128009"/>
          </a:xfrm>
        </p:spPr>
        <p:txBody>
          <a:bodyPr/>
          <a:lstStyle/>
          <a:p>
            <a:pPr algn="ctr"/>
            <a:r>
              <a:rPr lang="en-US" b="1" dirty="0"/>
              <a:t>Project Modules</a:t>
            </a:r>
          </a:p>
        </p:txBody>
      </p:sp>
      <p:sp>
        <p:nvSpPr>
          <p:cNvPr id="9" name="Content Placeholder 8">
            <a:extLst>
              <a:ext uri="{FF2B5EF4-FFF2-40B4-BE49-F238E27FC236}">
                <a16:creationId xmlns:a16="http://schemas.microsoft.com/office/drawing/2014/main" id="{1890F206-B37F-761D-F471-0BF91F889799}"/>
              </a:ext>
            </a:extLst>
          </p:cNvPr>
          <p:cNvSpPr>
            <a:spLocks noGrp="1"/>
          </p:cNvSpPr>
          <p:nvPr>
            <p:ph idx="1"/>
          </p:nvPr>
        </p:nvSpPr>
        <p:spPr/>
        <p:txBody>
          <a:bodyPr>
            <a:normAutofit/>
          </a:bodyPr>
          <a:lstStyle/>
          <a:p>
            <a:r>
              <a:rPr lang="en-US" b="1" dirty="0"/>
              <a:t>Home Module:</a:t>
            </a:r>
            <a:r>
              <a:rPr lang="en-US" dirty="0"/>
              <a:t> Displays the website title and introduction to campus events.</a:t>
            </a:r>
          </a:p>
          <a:p>
            <a:r>
              <a:rPr lang="en-US" b="1" dirty="0"/>
              <a:t>Event Information Module:</a:t>
            </a:r>
            <a:r>
              <a:rPr lang="en-US" dirty="0"/>
              <a:t> Shows details of upcoming events such as event name, date, venue, and activities.</a:t>
            </a:r>
          </a:p>
          <a:p>
            <a:r>
              <a:rPr lang="en-US" b="1" dirty="0"/>
              <a:t>Event Display Module:</a:t>
            </a:r>
            <a:r>
              <a:rPr lang="en-US" dirty="0"/>
              <a:t> Organizes events using lists or tables for easy viewing.</a:t>
            </a:r>
          </a:p>
          <a:p>
            <a:r>
              <a:rPr lang="en-US" b="1" dirty="0"/>
              <a:t>Registration Module:</a:t>
            </a:r>
            <a:r>
              <a:rPr lang="en-US" dirty="0"/>
              <a:t> Allows students to enter their details and register for an event.</a:t>
            </a:r>
          </a:p>
          <a:p>
            <a:r>
              <a:rPr lang="en-US" b="1" dirty="0"/>
              <a:t>Confirmation Module:</a:t>
            </a:r>
            <a:r>
              <a:rPr lang="en-US" dirty="0"/>
              <a:t> Shows a message after successful registration.</a:t>
            </a:r>
          </a:p>
          <a:p>
            <a:endParaRPr lang="en-US" dirty="0"/>
          </a:p>
        </p:txBody>
      </p:sp>
      <p:sp>
        <p:nvSpPr>
          <p:cNvPr id="5" name="Date Placeholder 4">
            <a:extLst>
              <a:ext uri="{FF2B5EF4-FFF2-40B4-BE49-F238E27FC236}">
                <a16:creationId xmlns:a16="http://schemas.microsoft.com/office/drawing/2014/main" id="{919FF571-AABB-DBF0-2720-7F01DFDDF1CF}"/>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ECAF6678-7BBF-2FBC-8619-C887BD26D4F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E45A9859-4671-FF5D-1356-4CDA5C5CDEA3}"/>
              </a:ext>
            </a:extLst>
          </p:cNvPr>
          <p:cNvSpPr>
            <a:spLocks noGrp="1"/>
          </p:cNvSpPr>
          <p:nvPr>
            <p:ph type="sldNum" sz="quarter" idx="12"/>
          </p:nvPr>
        </p:nvSpPr>
        <p:spPr/>
        <p:txBody>
          <a:bodyPr/>
          <a:lstStyle/>
          <a:p>
            <a:fld id="{B961B71F-4B40-8942-BB88-E0F5C0B46E10}" type="slidenum">
              <a:rPr lang="en-US" smtClean="0"/>
              <a:t>6</a:t>
            </a:fld>
            <a:endParaRPr lang="en-US"/>
          </a:p>
        </p:txBody>
      </p:sp>
    </p:spTree>
    <p:extLst>
      <p:ext uri="{BB962C8B-B14F-4D97-AF65-F5344CB8AC3E}">
        <p14:creationId xmlns:p14="http://schemas.microsoft.com/office/powerpoint/2010/main" val="40729656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73125-DE57-89FD-81B9-AA8B783FC87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87EB9E5-2196-BA25-5BC0-0ADC2050CEF9}"/>
              </a:ext>
            </a:extLst>
          </p:cNvPr>
          <p:cNvSpPr>
            <a:spLocks noGrp="1"/>
          </p:cNvSpPr>
          <p:nvPr>
            <p:ph type="title"/>
          </p:nvPr>
        </p:nvSpPr>
        <p:spPr>
          <a:xfrm>
            <a:off x="1180618" y="365125"/>
            <a:ext cx="10173182" cy="1128009"/>
          </a:xfrm>
        </p:spPr>
        <p:txBody>
          <a:bodyPr/>
          <a:lstStyle/>
          <a:p>
            <a:pPr algn="ctr"/>
            <a:r>
              <a:rPr lang="en-US" b="1" dirty="0"/>
              <a:t>Objectives</a:t>
            </a:r>
          </a:p>
        </p:txBody>
      </p:sp>
      <p:sp>
        <p:nvSpPr>
          <p:cNvPr id="5" name="Date Placeholder 4">
            <a:extLst>
              <a:ext uri="{FF2B5EF4-FFF2-40B4-BE49-F238E27FC236}">
                <a16:creationId xmlns:a16="http://schemas.microsoft.com/office/drawing/2014/main" id="{268B0D62-5A39-5424-9CF6-9A5122E0D21E}"/>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47045F34-84C7-08FE-3B8E-621019BE8AFE}"/>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796C40D6-1BC6-8947-EA26-62259BD2C227}"/>
              </a:ext>
            </a:extLst>
          </p:cNvPr>
          <p:cNvSpPr>
            <a:spLocks noGrp="1"/>
          </p:cNvSpPr>
          <p:nvPr>
            <p:ph type="sldNum" sz="quarter" idx="12"/>
          </p:nvPr>
        </p:nvSpPr>
        <p:spPr/>
        <p:txBody>
          <a:bodyPr/>
          <a:lstStyle/>
          <a:p>
            <a:fld id="{B961B71F-4B40-8942-BB88-E0F5C0B46E10}" type="slidenum">
              <a:rPr lang="en-US" smtClean="0"/>
              <a:t>7</a:t>
            </a:fld>
            <a:endParaRPr lang="en-US"/>
          </a:p>
        </p:txBody>
      </p:sp>
      <p:sp>
        <p:nvSpPr>
          <p:cNvPr id="3" name="TextBox 2">
            <a:extLst>
              <a:ext uri="{FF2B5EF4-FFF2-40B4-BE49-F238E27FC236}">
                <a16:creationId xmlns:a16="http://schemas.microsoft.com/office/drawing/2014/main" id="{5E05EA76-7E8C-8620-6938-680C3B9DFF71}"/>
              </a:ext>
            </a:extLst>
          </p:cNvPr>
          <p:cNvSpPr txBox="1"/>
          <p:nvPr/>
        </p:nvSpPr>
        <p:spPr>
          <a:xfrm>
            <a:off x="653143" y="1670180"/>
            <a:ext cx="10814179" cy="3539430"/>
          </a:xfrm>
          <a:prstGeom prst="rect">
            <a:avLst/>
          </a:prstGeom>
          <a:noFill/>
        </p:spPr>
        <p:txBody>
          <a:bodyPr wrap="square">
            <a:spAutoFit/>
          </a:bodyPr>
          <a:lstStyle/>
          <a:p>
            <a:pPr>
              <a:buFont typeface="Arial" panose="020B0604020202020204" pitchFamily="34" charset="0"/>
              <a:buChar char="•"/>
            </a:pPr>
            <a:r>
              <a:rPr lang="en-US" sz="2800" dirty="0"/>
              <a:t>To </a:t>
            </a:r>
            <a:r>
              <a:rPr lang="en-US" sz="2800" b="1" dirty="0"/>
              <a:t>provide clear information</a:t>
            </a:r>
            <a:r>
              <a:rPr lang="en-US" sz="2800" dirty="0"/>
              <a:t> about campus events.</a:t>
            </a:r>
          </a:p>
          <a:p>
            <a:pPr>
              <a:buFont typeface="Arial" panose="020B0604020202020204" pitchFamily="34" charset="0"/>
              <a:buChar char="•"/>
            </a:pPr>
            <a:r>
              <a:rPr lang="en-US" sz="2800" dirty="0"/>
              <a:t>To </a:t>
            </a:r>
            <a:r>
              <a:rPr lang="en-US" sz="2800" b="1" dirty="0"/>
              <a:t>display event details</a:t>
            </a:r>
            <a:r>
              <a:rPr lang="en-US" sz="2800" dirty="0"/>
              <a:t> such as name, date, and venue in an organized way.</a:t>
            </a:r>
          </a:p>
          <a:p>
            <a:pPr>
              <a:buFont typeface="Arial" panose="020B0604020202020204" pitchFamily="34" charset="0"/>
              <a:buChar char="•"/>
            </a:pPr>
            <a:r>
              <a:rPr lang="en-US" sz="2800" dirty="0"/>
              <a:t>To allow students to </a:t>
            </a:r>
            <a:r>
              <a:rPr lang="en-US" sz="2800" b="1" dirty="0"/>
              <a:t>register for events through an online form</a:t>
            </a:r>
            <a:r>
              <a:rPr lang="en-US" sz="2800" dirty="0"/>
              <a:t>.</a:t>
            </a:r>
          </a:p>
          <a:p>
            <a:pPr>
              <a:buFont typeface="Arial" panose="020B0604020202020204" pitchFamily="34" charset="0"/>
              <a:buChar char="•"/>
            </a:pPr>
            <a:r>
              <a:rPr lang="en-US" sz="2800" dirty="0"/>
              <a:t>To create a </a:t>
            </a:r>
            <a:r>
              <a:rPr lang="en-US" sz="2800" b="1" dirty="0"/>
              <a:t>simple and user-friendly web interface</a:t>
            </a:r>
            <a:r>
              <a:rPr lang="en-US" sz="2800" dirty="0"/>
              <a:t>.</a:t>
            </a:r>
          </a:p>
          <a:p>
            <a:pPr>
              <a:buFont typeface="Arial" panose="020B0604020202020204" pitchFamily="34" charset="0"/>
              <a:buChar char="•"/>
            </a:pPr>
            <a:r>
              <a:rPr lang="en-US" sz="2800" dirty="0"/>
              <a:t>To demonstrate </a:t>
            </a:r>
            <a:r>
              <a:rPr lang="en-US" sz="2800" b="1" dirty="0"/>
              <a:t>basic web development using HTML, CSS, and JavaScript</a:t>
            </a:r>
            <a:r>
              <a:rPr lang="en-US" sz="2800" dirty="0"/>
              <a:t>.</a:t>
            </a:r>
          </a:p>
          <a:p>
            <a:pPr>
              <a:buFont typeface="Arial" panose="020B0604020202020204" pitchFamily="34" charset="0"/>
              <a:buChar char="•"/>
            </a:pPr>
            <a:r>
              <a:rPr lang="en-US" sz="2800" dirty="0"/>
              <a:t>To help beginners </a:t>
            </a:r>
            <a:r>
              <a:rPr lang="en-US" sz="2800" b="1" dirty="0"/>
              <a:t>understand web page design and form handling</a:t>
            </a:r>
            <a:r>
              <a:rPr lang="en-US" dirty="0"/>
              <a:t>.</a:t>
            </a:r>
          </a:p>
        </p:txBody>
      </p:sp>
    </p:spTree>
    <p:extLst>
      <p:ext uri="{BB962C8B-B14F-4D97-AF65-F5344CB8AC3E}">
        <p14:creationId xmlns:p14="http://schemas.microsoft.com/office/powerpoint/2010/main" val="12639859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49560-5402-A083-5191-CC2F23364A7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3A50108-EF3B-F9BF-CB25-7C4C67A41AAC}"/>
              </a:ext>
            </a:extLst>
          </p:cNvPr>
          <p:cNvSpPr>
            <a:spLocks noGrp="1"/>
          </p:cNvSpPr>
          <p:nvPr>
            <p:ph type="title"/>
          </p:nvPr>
        </p:nvSpPr>
        <p:spPr>
          <a:xfrm>
            <a:off x="1180618" y="365125"/>
            <a:ext cx="10173182" cy="1128009"/>
          </a:xfrm>
        </p:spPr>
        <p:txBody>
          <a:bodyPr/>
          <a:lstStyle/>
          <a:p>
            <a:pPr algn="ctr"/>
            <a:r>
              <a:rPr lang="en-US" b="1" dirty="0"/>
              <a:t>Co’s Attainments - FWD</a:t>
            </a:r>
          </a:p>
        </p:txBody>
      </p:sp>
      <p:sp>
        <p:nvSpPr>
          <p:cNvPr id="9" name="Content Placeholder 8">
            <a:extLst>
              <a:ext uri="{FF2B5EF4-FFF2-40B4-BE49-F238E27FC236}">
                <a16:creationId xmlns:a16="http://schemas.microsoft.com/office/drawing/2014/main" id="{8769557B-A6AB-F48D-9A16-51F755A17BB7}"/>
              </a:ext>
            </a:extLst>
          </p:cNvPr>
          <p:cNvSpPr>
            <a:spLocks noGrp="1"/>
          </p:cNvSpPr>
          <p:nvPr>
            <p:ph idx="1"/>
          </p:nvPr>
        </p:nvSpPr>
        <p:spPr/>
        <p:txBody>
          <a:bodyPr>
            <a:normAutofit/>
          </a:bodyPr>
          <a:lstStyle/>
          <a:p>
            <a:pPr marL="0" indent="0">
              <a:buNone/>
            </a:pPr>
            <a:r>
              <a:rPr lang="en-US" dirty="0"/>
              <a:t>CO1: Internet Fundamentals, HTML &amp; Introductory CSS Styling</a:t>
            </a:r>
          </a:p>
          <a:p>
            <a:pPr marL="0" indent="0">
              <a:buNone/>
            </a:pPr>
            <a:r>
              <a:rPr lang="en-US" dirty="0"/>
              <a:t>CO2: HTML Forms, Semantic Tags &amp; CSS Layouts</a:t>
            </a:r>
          </a:p>
          <a:p>
            <a:pPr marL="0" indent="0">
              <a:buNone/>
            </a:pPr>
            <a:r>
              <a:rPr lang="en-US" dirty="0"/>
              <a:t>CO3: JavaScript Programming Essentials</a:t>
            </a:r>
          </a:p>
          <a:p>
            <a:pPr marL="0" indent="0">
              <a:buNone/>
            </a:pPr>
            <a:r>
              <a:rPr lang="en-US" dirty="0"/>
              <a:t>CO4: JavaScript Interactivity, DOM &amp; Events</a:t>
            </a:r>
          </a:p>
          <a:p>
            <a:pPr marL="0" indent="0">
              <a:buNone/>
            </a:pPr>
            <a:r>
              <a:rPr lang="en-US" dirty="0"/>
              <a:t>CO5: Advanced Web Development &amp; Deployment</a:t>
            </a:r>
          </a:p>
        </p:txBody>
      </p:sp>
      <p:sp>
        <p:nvSpPr>
          <p:cNvPr id="5" name="Date Placeholder 4">
            <a:extLst>
              <a:ext uri="{FF2B5EF4-FFF2-40B4-BE49-F238E27FC236}">
                <a16:creationId xmlns:a16="http://schemas.microsoft.com/office/drawing/2014/main" id="{49D0E4ED-DE37-6D8E-7EB1-1F0F05E37DA3}"/>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4925EEDF-18C5-49AB-9643-7F31370592F9}"/>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803C038D-A939-9973-E752-364BB70EE05C}"/>
              </a:ext>
            </a:extLst>
          </p:cNvPr>
          <p:cNvSpPr>
            <a:spLocks noGrp="1"/>
          </p:cNvSpPr>
          <p:nvPr>
            <p:ph type="sldNum" sz="quarter" idx="12"/>
          </p:nvPr>
        </p:nvSpPr>
        <p:spPr/>
        <p:txBody>
          <a:bodyPr/>
          <a:lstStyle/>
          <a:p>
            <a:fld id="{B961B71F-4B40-8942-BB88-E0F5C0B46E10}" type="slidenum">
              <a:rPr lang="en-US" smtClean="0"/>
              <a:t>8</a:t>
            </a:fld>
            <a:endParaRPr lang="en-US"/>
          </a:p>
        </p:txBody>
      </p:sp>
    </p:spTree>
    <p:extLst>
      <p:ext uri="{BB962C8B-B14F-4D97-AF65-F5344CB8AC3E}">
        <p14:creationId xmlns:p14="http://schemas.microsoft.com/office/powerpoint/2010/main" val="19069465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23D68-D41B-9825-3931-B79590C795F8}"/>
              </a:ext>
            </a:extLst>
          </p:cNvPr>
          <p:cNvSpPr>
            <a:spLocks noGrp="1"/>
          </p:cNvSpPr>
          <p:nvPr>
            <p:ph type="title"/>
          </p:nvPr>
        </p:nvSpPr>
        <p:spPr/>
        <p:txBody>
          <a:bodyPr/>
          <a:lstStyle/>
          <a:p>
            <a:r>
              <a:rPr lang="en-US" dirty="0"/>
              <a:t>Screenshots for FWD</a:t>
            </a:r>
          </a:p>
        </p:txBody>
      </p:sp>
      <p:pic>
        <p:nvPicPr>
          <p:cNvPr id="8" name="Content Placeholder 7">
            <a:extLst>
              <a:ext uri="{FF2B5EF4-FFF2-40B4-BE49-F238E27FC236}">
                <a16:creationId xmlns:a16="http://schemas.microsoft.com/office/drawing/2014/main" id="{3B03076F-8CFE-C150-FAB7-D1C707392833}"/>
              </a:ext>
            </a:extLst>
          </p:cNvPr>
          <p:cNvPicPr>
            <a:picLocks noGrp="1" noChangeAspect="1"/>
          </p:cNvPicPr>
          <p:nvPr>
            <p:ph idx="1"/>
          </p:nvPr>
        </p:nvPicPr>
        <p:blipFill>
          <a:blip r:embed="rId2"/>
          <a:stretch>
            <a:fillRect/>
          </a:stretch>
        </p:blipFill>
        <p:spPr>
          <a:xfrm>
            <a:off x="1211494" y="1825625"/>
            <a:ext cx="9769011" cy="4351338"/>
          </a:xfrm>
          <a:prstGeom prst="rect">
            <a:avLst/>
          </a:prstGeom>
        </p:spPr>
      </p:pic>
      <p:sp>
        <p:nvSpPr>
          <p:cNvPr id="4" name="Date Placeholder 3">
            <a:extLst>
              <a:ext uri="{FF2B5EF4-FFF2-40B4-BE49-F238E27FC236}">
                <a16:creationId xmlns:a16="http://schemas.microsoft.com/office/drawing/2014/main" id="{F1963D1B-E2DB-29C3-BA63-FF21B16E3D52}"/>
              </a:ext>
            </a:extLst>
          </p:cNvPr>
          <p:cNvSpPr>
            <a:spLocks noGrp="1"/>
          </p:cNvSpPr>
          <p:nvPr>
            <p:ph type="dt" sz="half" idx="10"/>
          </p:nvPr>
        </p:nvSpPr>
        <p:spPr/>
        <p:txBody>
          <a:bodyPr/>
          <a:lstStyle/>
          <a:p>
            <a:fld id="{9C5272DB-0103-AF4C-A22D-07421EC406AD}" type="datetime1">
              <a:rPr lang="en-IN" smtClean="0"/>
              <a:t>09-03-2026</a:t>
            </a:fld>
            <a:endParaRPr lang="en-US"/>
          </a:p>
        </p:txBody>
      </p:sp>
      <p:sp>
        <p:nvSpPr>
          <p:cNvPr id="5" name="Footer Placeholder 4">
            <a:extLst>
              <a:ext uri="{FF2B5EF4-FFF2-40B4-BE49-F238E27FC236}">
                <a16:creationId xmlns:a16="http://schemas.microsoft.com/office/drawing/2014/main" id="{49114CB5-AB44-10F9-E8AF-4658C65956F4}"/>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198D5113-7B1F-AF02-CDA9-5B3AB95BE716}"/>
              </a:ext>
            </a:extLst>
          </p:cNvPr>
          <p:cNvSpPr>
            <a:spLocks noGrp="1"/>
          </p:cNvSpPr>
          <p:nvPr>
            <p:ph type="sldNum" sz="quarter" idx="12"/>
          </p:nvPr>
        </p:nvSpPr>
        <p:spPr/>
        <p:txBody>
          <a:bodyPr/>
          <a:lstStyle/>
          <a:p>
            <a:fld id="{B961B71F-4B40-8942-BB88-E0F5C0B46E10}" type="slidenum">
              <a:rPr lang="en-US" smtClean="0"/>
              <a:t>9</a:t>
            </a:fld>
            <a:endParaRPr lang="en-US"/>
          </a:p>
        </p:txBody>
      </p:sp>
    </p:spTree>
    <p:extLst>
      <p:ext uri="{BB962C8B-B14F-4D97-AF65-F5344CB8AC3E}">
        <p14:creationId xmlns:p14="http://schemas.microsoft.com/office/powerpoint/2010/main" val="34319537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AA836D0-67A4-B2C6-EB6F-B1852200CB30}"/>
              </a:ext>
            </a:extLst>
          </p:cNvPr>
          <p:cNvSpPr>
            <a:spLocks noGrp="1"/>
          </p:cNvSpPr>
          <p:nvPr>
            <p:ph type="dt" sz="half" idx="10"/>
          </p:nvPr>
        </p:nvSpPr>
        <p:spPr/>
        <p:txBody>
          <a:bodyPr/>
          <a:lstStyle/>
          <a:p>
            <a:fld id="{9C5272DB-0103-AF4C-A22D-07421EC406AD}" type="datetime1">
              <a:rPr lang="en-IN" smtClean="0"/>
              <a:t>09-03-2026</a:t>
            </a:fld>
            <a:endParaRPr lang="en-US"/>
          </a:p>
        </p:txBody>
      </p:sp>
      <p:sp>
        <p:nvSpPr>
          <p:cNvPr id="5" name="Footer Placeholder 4">
            <a:extLst>
              <a:ext uri="{FF2B5EF4-FFF2-40B4-BE49-F238E27FC236}">
                <a16:creationId xmlns:a16="http://schemas.microsoft.com/office/drawing/2014/main" id="{CC2AF27C-F46F-AF44-D926-5E08B4719FC9}"/>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5F0BE3DE-44AA-0D72-DB4D-5410B49A7BCC}"/>
              </a:ext>
            </a:extLst>
          </p:cNvPr>
          <p:cNvSpPr>
            <a:spLocks noGrp="1"/>
          </p:cNvSpPr>
          <p:nvPr>
            <p:ph type="sldNum" sz="quarter" idx="12"/>
          </p:nvPr>
        </p:nvSpPr>
        <p:spPr/>
        <p:txBody>
          <a:bodyPr/>
          <a:lstStyle/>
          <a:p>
            <a:fld id="{B961B71F-4B40-8942-BB88-E0F5C0B46E10}" type="slidenum">
              <a:rPr lang="en-US" smtClean="0"/>
              <a:t>10</a:t>
            </a:fld>
            <a:endParaRPr lang="en-US"/>
          </a:p>
        </p:txBody>
      </p:sp>
      <p:pic>
        <p:nvPicPr>
          <p:cNvPr id="7" name="Picture 6">
            <a:extLst>
              <a:ext uri="{FF2B5EF4-FFF2-40B4-BE49-F238E27FC236}">
                <a16:creationId xmlns:a16="http://schemas.microsoft.com/office/drawing/2014/main" id="{ADAD7274-85BC-B948-AA4D-71283AE0AF81}"/>
              </a:ext>
            </a:extLst>
          </p:cNvPr>
          <p:cNvPicPr>
            <a:picLocks noChangeAspect="1"/>
          </p:cNvPicPr>
          <p:nvPr/>
        </p:nvPicPr>
        <p:blipFill>
          <a:blip r:embed="rId2"/>
          <a:stretch>
            <a:fillRect/>
          </a:stretch>
        </p:blipFill>
        <p:spPr>
          <a:xfrm>
            <a:off x="545690" y="945444"/>
            <a:ext cx="11100620" cy="4967111"/>
          </a:xfrm>
          <a:prstGeom prst="rect">
            <a:avLst/>
          </a:prstGeom>
        </p:spPr>
      </p:pic>
    </p:spTree>
    <p:extLst>
      <p:ext uri="{BB962C8B-B14F-4D97-AF65-F5344CB8AC3E}">
        <p14:creationId xmlns:p14="http://schemas.microsoft.com/office/powerpoint/2010/main" val="14381888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25EA1F3-E12B-0BFC-24A5-8F9864AD4D37}"/>
              </a:ext>
            </a:extLst>
          </p:cNvPr>
          <p:cNvSpPr>
            <a:spLocks noGrp="1"/>
          </p:cNvSpPr>
          <p:nvPr>
            <p:ph type="dt" sz="half" idx="10"/>
          </p:nvPr>
        </p:nvSpPr>
        <p:spPr/>
        <p:txBody>
          <a:bodyPr/>
          <a:lstStyle/>
          <a:p>
            <a:fld id="{9C5272DB-0103-AF4C-A22D-07421EC406AD}" type="datetime1">
              <a:rPr lang="en-IN" smtClean="0"/>
              <a:t>09-03-2026</a:t>
            </a:fld>
            <a:endParaRPr lang="en-US"/>
          </a:p>
        </p:txBody>
      </p:sp>
      <p:sp>
        <p:nvSpPr>
          <p:cNvPr id="5" name="Footer Placeholder 4">
            <a:extLst>
              <a:ext uri="{FF2B5EF4-FFF2-40B4-BE49-F238E27FC236}">
                <a16:creationId xmlns:a16="http://schemas.microsoft.com/office/drawing/2014/main" id="{0A740571-1520-076C-A7FA-5533C389E43E}"/>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3A6BC033-4774-50F5-4D52-5A2E3AD0D618}"/>
              </a:ext>
            </a:extLst>
          </p:cNvPr>
          <p:cNvSpPr>
            <a:spLocks noGrp="1"/>
          </p:cNvSpPr>
          <p:nvPr>
            <p:ph type="sldNum" sz="quarter" idx="12"/>
          </p:nvPr>
        </p:nvSpPr>
        <p:spPr/>
        <p:txBody>
          <a:bodyPr/>
          <a:lstStyle/>
          <a:p>
            <a:fld id="{B961B71F-4B40-8942-BB88-E0F5C0B46E10}" type="slidenum">
              <a:rPr lang="en-US" smtClean="0"/>
              <a:t>11</a:t>
            </a:fld>
            <a:endParaRPr lang="en-US"/>
          </a:p>
        </p:txBody>
      </p:sp>
      <p:pic>
        <p:nvPicPr>
          <p:cNvPr id="7" name="Picture 6">
            <a:extLst>
              <a:ext uri="{FF2B5EF4-FFF2-40B4-BE49-F238E27FC236}">
                <a16:creationId xmlns:a16="http://schemas.microsoft.com/office/drawing/2014/main" id="{A54009FA-088B-8896-1EC5-3D52223A27F5}"/>
              </a:ext>
            </a:extLst>
          </p:cNvPr>
          <p:cNvPicPr>
            <a:picLocks noChangeAspect="1"/>
          </p:cNvPicPr>
          <p:nvPr/>
        </p:nvPicPr>
        <p:blipFill>
          <a:blip r:embed="rId2"/>
          <a:stretch>
            <a:fillRect/>
          </a:stretch>
        </p:blipFill>
        <p:spPr>
          <a:xfrm>
            <a:off x="667060" y="1145047"/>
            <a:ext cx="10857879" cy="4567907"/>
          </a:xfrm>
          <a:prstGeom prst="rect">
            <a:avLst/>
          </a:prstGeom>
        </p:spPr>
      </p:pic>
    </p:spTree>
    <p:extLst>
      <p:ext uri="{BB962C8B-B14F-4D97-AF65-F5344CB8AC3E}">
        <p14:creationId xmlns:p14="http://schemas.microsoft.com/office/powerpoint/2010/main" val="37895277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CE1A903-6FB7-8EE7-319A-784122404A98}"/>
              </a:ext>
            </a:extLst>
          </p:cNvPr>
          <p:cNvSpPr>
            <a:spLocks noGrp="1"/>
          </p:cNvSpPr>
          <p:nvPr>
            <p:ph type="dt" sz="half" idx="10"/>
          </p:nvPr>
        </p:nvSpPr>
        <p:spPr/>
        <p:txBody>
          <a:bodyPr/>
          <a:lstStyle/>
          <a:p>
            <a:fld id="{9C5272DB-0103-AF4C-A22D-07421EC406AD}" type="datetime1">
              <a:rPr lang="en-IN" smtClean="0"/>
              <a:t>09-03-2026</a:t>
            </a:fld>
            <a:endParaRPr lang="en-US"/>
          </a:p>
        </p:txBody>
      </p:sp>
      <p:sp>
        <p:nvSpPr>
          <p:cNvPr id="5" name="Footer Placeholder 4">
            <a:extLst>
              <a:ext uri="{FF2B5EF4-FFF2-40B4-BE49-F238E27FC236}">
                <a16:creationId xmlns:a16="http://schemas.microsoft.com/office/drawing/2014/main" id="{5599B37C-C27D-CD91-8166-0D1331954747}"/>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49D0BABA-5165-1516-335A-A0F42B30C3D8}"/>
              </a:ext>
            </a:extLst>
          </p:cNvPr>
          <p:cNvSpPr>
            <a:spLocks noGrp="1"/>
          </p:cNvSpPr>
          <p:nvPr>
            <p:ph type="sldNum" sz="quarter" idx="12"/>
          </p:nvPr>
        </p:nvSpPr>
        <p:spPr/>
        <p:txBody>
          <a:bodyPr/>
          <a:lstStyle/>
          <a:p>
            <a:fld id="{B961B71F-4B40-8942-BB88-E0F5C0B46E10}" type="slidenum">
              <a:rPr lang="en-US" smtClean="0"/>
              <a:t>12</a:t>
            </a:fld>
            <a:endParaRPr lang="en-US"/>
          </a:p>
        </p:txBody>
      </p:sp>
      <p:pic>
        <p:nvPicPr>
          <p:cNvPr id="7" name="Picture 6">
            <a:extLst>
              <a:ext uri="{FF2B5EF4-FFF2-40B4-BE49-F238E27FC236}">
                <a16:creationId xmlns:a16="http://schemas.microsoft.com/office/drawing/2014/main" id="{6DA333D6-FDCC-BF79-026D-D7B9366A78BF}"/>
              </a:ext>
            </a:extLst>
          </p:cNvPr>
          <p:cNvPicPr>
            <a:picLocks noChangeAspect="1"/>
          </p:cNvPicPr>
          <p:nvPr/>
        </p:nvPicPr>
        <p:blipFill>
          <a:blip r:embed="rId2"/>
          <a:stretch>
            <a:fillRect/>
          </a:stretch>
        </p:blipFill>
        <p:spPr>
          <a:xfrm>
            <a:off x="366352" y="797840"/>
            <a:ext cx="6243483" cy="5558510"/>
          </a:xfrm>
          <a:prstGeom prst="rect">
            <a:avLst/>
          </a:prstGeom>
        </p:spPr>
      </p:pic>
      <p:pic>
        <p:nvPicPr>
          <p:cNvPr id="8" name="Picture 7">
            <a:extLst>
              <a:ext uri="{FF2B5EF4-FFF2-40B4-BE49-F238E27FC236}">
                <a16:creationId xmlns:a16="http://schemas.microsoft.com/office/drawing/2014/main" id="{C3808C78-90FC-5484-78D2-C969EE468362}"/>
              </a:ext>
            </a:extLst>
          </p:cNvPr>
          <p:cNvPicPr>
            <a:picLocks noChangeAspect="1"/>
          </p:cNvPicPr>
          <p:nvPr/>
        </p:nvPicPr>
        <p:blipFill>
          <a:blip r:embed="rId3"/>
          <a:stretch>
            <a:fillRect/>
          </a:stretch>
        </p:blipFill>
        <p:spPr>
          <a:xfrm>
            <a:off x="7039402" y="807104"/>
            <a:ext cx="4215418" cy="5539983"/>
          </a:xfrm>
          <a:prstGeom prst="rect">
            <a:avLst/>
          </a:prstGeom>
        </p:spPr>
      </p:pic>
    </p:spTree>
    <p:extLst>
      <p:ext uri="{BB962C8B-B14F-4D97-AF65-F5344CB8AC3E}">
        <p14:creationId xmlns:p14="http://schemas.microsoft.com/office/powerpoint/2010/main" val="8536675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D42856D-C1FC-7F8B-925B-27717738ED7A}"/>
              </a:ext>
            </a:extLst>
          </p:cNvPr>
          <p:cNvSpPr>
            <a:spLocks noGrp="1"/>
          </p:cNvSpPr>
          <p:nvPr>
            <p:ph type="dt" sz="half" idx="10"/>
          </p:nvPr>
        </p:nvSpPr>
        <p:spPr/>
        <p:txBody>
          <a:bodyPr/>
          <a:lstStyle/>
          <a:p>
            <a:fld id="{9C5272DB-0103-AF4C-A22D-07421EC406AD}" type="datetime1">
              <a:rPr lang="en-IN" smtClean="0"/>
              <a:t>09-03-2026</a:t>
            </a:fld>
            <a:endParaRPr lang="en-US"/>
          </a:p>
        </p:txBody>
      </p:sp>
      <p:sp>
        <p:nvSpPr>
          <p:cNvPr id="5" name="Footer Placeholder 4">
            <a:extLst>
              <a:ext uri="{FF2B5EF4-FFF2-40B4-BE49-F238E27FC236}">
                <a16:creationId xmlns:a16="http://schemas.microsoft.com/office/drawing/2014/main" id="{3C159988-DB81-2AF8-2471-E959A9C358B3}"/>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905846CB-B720-F570-89A1-B461BAF103A7}"/>
              </a:ext>
            </a:extLst>
          </p:cNvPr>
          <p:cNvSpPr>
            <a:spLocks noGrp="1"/>
          </p:cNvSpPr>
          <p:nvPr>
            <p:ph type="sldNum" sz="quarter" idx="12"/>
          </p:nvPr>
        </p:nvSpPr>
        <p:spPr/>
        <p:txBody>
          <a:bodyPr/>
          <a:lstStyle/>
          <a:p>
            <a:fld id="{B961B71F-4B40-8942-BB88-E0F5C0B46E10}" type="slidenum">
              <a:rPr lang="en-US" smtClean="0"/>
              <a:t>13</a:t>
            </a:fld>
            <a:endParaRPr lang="en-US"/>
          </a:p>
        </p:txBody>
      </p:sp>
      <p:pic>
        <p:nvPicPr>
          <p:cNvPr id="7" name="Picture 6">
            <a:extLst>
              <a:ext uri="{FF2B5EF4-FFF2-40B4-BE49-F238E27FC236}">
                <a16:creationId xmlns:a16="http://schemas.microsoft.com/office/drawing/2014/main" id="{A70279DB-208C-F339-84B4-C4CA8C973466}"/>
              </a:ext>
            </a:extLst>
          </p:cNvPr>
          <p:cNvPicPr>
            <a:picLocks noChangeAspect="1"/>
          </p:cNvPicPr>
          <p:nvPr/>
        </p:nvPicPr>
        <p:blipFill>
          <a:blip r:embed="rId2"/>
          <a:stretch>
            <a:fillRect/>
          </a:stretch>
        </p:blipFill>
        <p:spPr>
          <a:xfrm>
            <a:off x="370346" y="855256"/>
            <a:ext cx="6618050" cy="5427406"/>
          </a:xfrm>
          <a:prstGeom prst="rect">
            <a:avLst/>
          </a:prstGeom>
        </p:spPr>
      </p:pic>
      <p:pic>
        <p:nvPicPr>
          <p:cNvPr id="8" name="Picture 7">
            <a:extLst>
              <a:ext uri="{FF2B5EF4-FFF2-40B4-BE49-F238E27FC236}">
                <a16:creationId xmlns:a16="http://schemas.microsoft.com/office/drawing/2014/main" id="{98428004-FC74-33D7-E8F3-E3044B8BB680}"/>
              </a:ext>
            </a:extLst>
          </p:cNvPr>
          <p:cNvPicPr>
            <a:picLocks noChangeAspect="1"/>
          </p:cNvPicPr>
          <p:nvPr/>
        </p:nvPicPr>
        <p:blipFill>
          <a:blip r:embed="rId3"/>
          <a:stretch>
            <a:fillRect/>
          </a:stretch>
        </p:blipFill>
        <p:spPr>
          <a:xfrm>
            <a:off x="7445596" y="752999"/>
            <a:ext cx="3950749" cy="5631920"/>
          </a:xfrm>
          <a:prstGeom prst="rect">
            <a:avLst/>
          </a:prstGeom>
        </p:spPr>
      </p:pic>
    </p:spTree>
    <p:extLst>
      <p:ext uri="{BB962C8B-B14F-4D97-AF65-F5344CB8AC3E}">
        <p14:creationId xmlns:p14="http://schemas.microsoft.com/office/powerpoint/2010/main" val="19892536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63A63-E30E-0694-B089-838C7E389AF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E8F526A-5F54-0308-7336-A6E081606439}"/>
              </a:ext>
            </a:extLst>
          </p:cNvPr>
          <p:cNvSpPr>
            <a:spLocks noGrp="1"/>
          </p:cNvSpPr>
          <p:nvPr>
            <p:ph type="title"/>
          </p:nvPr>
        </p:nvSpPr>
        <p:spPr>
          <a:xfrm>
            <a:off x="1180618" y="365125"/>
            <a:ext cx="10173182" cy="1128009"/>
          </a:xfrm>
        </p:spPr>
        <p:txBody>
          <a:bodyPr/>
          <a:lstStyle/>
          <a:p>
            <a:pPr algn="ctr"/>
            <a:r>
              <a:rPr lang="en-US" b="1" dirty="0"/>
              <a:t>Conclusion</a:t>
            </a:r>
          </a:p>
        </p:txBody>
      </p:sp>
      <p:sp>
        <p:nvSpPr>
          <p:cNvPr id="9" name="Content Placeholder 8">
            <a:extLst>
              <a:ext uri="{FF2B5EF4-FFF2-40B4-BE49-F238E27FC236}">
                <a16:creationId xmlns:a16="http://schemas.microsoft.com/office/drawing/2014/main" id="{956E9376-CB4B-895B-7B5C-D2F5AAED7494}"/>
              </a:ext>
            </a:extLst>
          </p:cNvPr>
          <p:cNvSpPr>
            <a:spLocks noGrp="1"/>
          </p:cNvSpPr>
          <p:nvPr>
            <p:ph idx="1"/>
          </p:nvPr>
        </p:nvSpPr>
        <p:spPr>
          <a:xfrm>
            <a:off x="838200" y="1493134"/>
            <a:ext cx="10515600" cy="4683829"/>
          </a:xfrm>
        </p:spPr>
        <p:txBody>
          <a:bodyPr>
            <a:normAutofit/>
          </a:bodyPr>
          <a:lstStyle/>
          <a:p>
            <a:pPr marL="0" indent="0">
              <a:buNone/>
            </a:pPr>
            <a:r>
              <a:rPr lang="en-US"/>
              <a:t>The </a:t>
            </a:r>
            <a:r>
              <a:rPr lang="en-US" b="1"/>
              <a:t>Campus Event Navigator – Registration Hub</a:t>
            </a:r>
            <a:r>
              <a:rPr lang="en-US"/>
              <a:t> project successfully demonstrates the use of fundamental web development technologies to create a simple and user-friendly platform for displaying campus events and enabling student registration. By using </a:t>
            </a:r>
            <a:r>
              <a:rPr lang="en-US" b="1"/>
              <a:t>HTML for structuring content, CSS for layout and styling, and JavaScript for basic interactivity</a:t>
            </a:r>
            <a:r>
              <a:rPr lang="en-US"/>
              <a:t>, the project presents event details in an organized manner and allows students to submit their information through an online form. This project helps improve awareness of college events and simplifies the registration process. It also serves as a practical learning experience for beginners to understand basic concepts of </a:t>
            </a:r>
            <a:r>
              <a:rPr lang="en-US" b="1"/>
              <a:t>web page design, form creation, and user interaction</a:t>
            </a:r>
            <a:r>
              <a:rPr lang="en-US"/>
              <a:t> in web development.</a:t>
            </a:r>
            <a:endParaRPr lang="en-US" dirty="0"/>
          </a:p>
        </p:txBody>
      </p:sp>
      <p:sp>
        <p:nvSpPr>
          <p:cNvPr id="5" name="Date Placeholder 4">
            <a:extLst>
              <a:ext uri="{FF2B5EF4-FFF2-40B4-BE49-F238E27FC236}">
                <a16:creationId xmlns:a16="http://schemas.microsoft.com/office/drawing/2014/main" id="{82A84C9A-73D1-DA76-6E0C-91C24CB8321A}"/>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CB81726C-C351-8876-43C7-C9B8807EA560}"/>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36E4E02D-0287-0F0D-A891-AE869E4F0992}"/>
              </a:ext>
            </a:extLst>
          </p:cNvPr>
          <p:cNvSpPr>
            <a:spLocks noGrp="1"/>
          </p:cNvSpPr>
          <p:nvPr>
            <p:ph type="sldNum" sz="quarter" idx="12"/>
          </p:nvPr>
        </p:nvSpPr>
        <p:spPr/>
        <p:txBody>
          <a:bodyPr/>
          <a:lstStyle/>
          <a:p>
            <a:fld id="{B961B71F-4B40-8942-BB88-E0F5C0B46E10}" type="slidenum">
              <a:rPr lang="en-US" smtClean="0"/>
              <a:t>14</a:t>
            </a:fld>
            <a:endParaRPr lang="en-US"/>
          </a:p>
        </p:txBody>
      </p:sp>
    </p:spTree>
    <p:extLst>
      <p:ext uri="{BB962C8B-B14F-4D97-AF65-F5344CB8AC3E}">
        <p14:creationId xmlns:p14="http://schemas.microsoft.com/office/powerpoint/2010/main" val="28589121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48258-F0F3-1EE4-1AB3-DB04AD69EB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9961B8-8709-0718-F6D3-9D07622F76AF}"/>
              </a:ext>
            </a:extLst>
          </p:cNvPr>
          <p:cNvSpPr>
            <a:spLocks noGrp="1"/>
          </p:cNvSpPr>
          <p:nvPr>
            <p:ph type="title"/>
          </p:nvPr>
        </p:nvSpPr>
        <p:spPr/>
        <p:txBody>
          <a:bodyPr/>
          <a:lstStyle/>
          <a:p>
            <a:r>
              <a:rPr lang="en-US" dirty="0"/>
              <a:t>Geo- Tag Photos</a:t>
            </a:r>
          </a:p>
        </p:txBody>
      </p:sp>
      <p:pic>
        <p:nvPicPr>
          <p:cNvPr id="8" name="Content Placeholder 7">
            <a:extLst>
              <a:ext uri="{FF2B5EF4-FFF2-40B4-BE49-F238E27FC236}">
                <a16:creationId xmlns:a16="http://schemas.microsoft.com/office/drawing/2014/main" id="{C05318D2-5D71-CF39-1816-6BA106F58E24}"/>
              </a:ext>
            </a:extLst>
          </p:cNvPr>
          <p:cNvPicPr>
            <a:picLocks noGrp="1" noChangeAspect="1"/>
          </p:cNvPicPr>
          <p:nvPr>
            <p:ph idx="1"/>
          </p:nvPr>
        </p:nvPicPr>
        <p:blipFill>
          <a:blip r:embed="rId2"/>
          <a:stretch>
            <a:fillRect/>
          </a:stretch>
        </p:blipFill>
        <p:spPr>
          <a:xfrm>
            <a:off x="2593910" y="1690688"/>
            <a:ext cx="7529804" cy="4351338"/>
          </a:xfrm>
          <a:prstGeom prst="rect">
            <a:avLst/>
          </a:prstGeom>
        </p:spPr>
      </p:pic>
      <p:sp>
        <p:nvSpPr>
          <p:cNvPr id="4" name="Date Placeholder 3">
            <a:extLst>
              <a:ext uri="{FF2B5EF4-FFF2-40B4-BE49-F238E27FC236}">
                <a16:creationId xmlns:a16="http://schemas.microsoft.com/office/drawing/2014/main" id="{5B18EAAE-4073-261B-4850-9857C07DBAF0}"/>
              </a:ext>
            </a:extLst>
          </p:cNvPr>
          <p:cNvSpPr>
            <a:spLocks noGrp="1"/>
          </p:cNvSpPr>
          <p:nvPr>
            <p:ph type="dt" sz="half" idx="10"/>
          </p:nvPr>
        </p:nvSpPr>
        <p:spPr/>
        <p:txBody>
          <a:bodyPr/>
          <a:lstStyle/>
          <a:p>
            <a:fld id="{9C5272DB-0103-AF4C-A22D-07421EC406AD}" type="datetime1">
              <a:rPr lang="en-IN" smtClean="0"/>
              <a:t>09-03-2026</a:t>
            </a:fld>
            <a:endParaRPr lang="en-US"/>
          </a:p>
        </p:txBody>
      </p:sp>
      <p:sp>
        <p:nvSpPr>
          <p:cNvPr id="5" name="Footer Placeholder 4">
            <a:extLst>
              <a:ext uri="{FF2B5EF4-FFF2-40B4-BE49-F238E27FC236}">
                <a16:creationId xmlns:a16="http://schemas.microsoft.com/office/drawing/2014/main" id="{A3CA2172-0EFE-3ADA-47FA-029EF21AB5B8}"/>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C3E9B8A7-6131-D012-7DA4-A9F36B2B1525}"/>
              </a:ext>
            </a:extLst>
          </p:cNvPr>
          <p:cNvSpPr>
            <a:spLocks noGrp="1"/>
          </p:cNvSpPr>
          <p:nvPr>
            <p:ph type="sldNum" sz="quarter" idx="12"/>
          </p:nvPr>
        </p:nvSpPr>
        <p:spPr/>
        <p:txBody>
          <a:bodyPr/>
          <a:lstStyle/>
          <a:p>
            <a:fld id="{B961B71F-4B40-8942-BB88-E0F5C0B46E10}" type="slidenum">
              <a:rPr lang="en-US" smtClean="0"/>
              <a:t>15</a:t>
            </a:fld>
            <a:endParaRPr lang="en-US"/>
          </a:p>
        </p:txBody>
      </p:sp>
    </p:spTree>
    <p:extLst>
      <p:ext uri="{BB962C8B-B14F-4D97-AF65-F5344CB8AC3E}">
        <p14:creationId xmlns:p14="http://schemas.microsoft.com/office/powerpoint/2010/main" val="23574719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7AAD6276-EBF6-BB4A-A6C6-114A8D55B891}" type="datetime1">
              <a:rPr lang="en-IN" smtClean="0"/>
              <a:t>09-03-2026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16</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3709</TotalTime>
  <Words>778</Words>
  <Application>Microsoft Office PowerPoint</Application>
  <PresentationFormat>Widescreen</PresentationFormat>
  <Paragraphs>108</Paragraphs>
  <Slides>16</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16</vt:i4>
      </vt:variant>
    </vt:vector>
  </HeadingPairs>
  <TitlesOfParts>
    <vt:vector size="22" baseType="lpstr">
      <vt:lpstr>Arial</vt:lpstr>
      <vt:lpstr>Bell MT</vt:lpstr>
      <vt:lpstr>Calibri</vt:lpstr>
      <vt:lpstr>Calibri Light</vt:lpstr>
      <vt:lpstr>Office Theme</vt:lpstr>
      <vt:lpstr>Custom Design</vt:lpstr>
      <vt:lpstr>Title: Campus Event-Navigator Registration Hub</vt:lpstr>
      <vt:lpstr>Abstract</vt:lpstr>
      <vt:lpstr>Existing System </vt:lpstr>
      <vt:lpstr>Proposed System</vt:lpstr>
      <vt:lpstr>System Architecture</vt:lpstr>
      <vt:lpstr>Project Modules</vt:lpstr>
      <vt:lpstr>Objectives</vt:lpstr>
      <vt:lpstr>Co’s Attainments - FWD</vt:lpstr>
      <vt:lpstr>Screenshots for FWD</vt:lpstr>
      <vt:lpstr>PowerPoint Presentation</vt:lpstr>
      <vt:lpstr>PowerPoint Presentation</vt:lpstr>
      <vt:lpstr>PowerPoint Presentation</vt:lpstr>
      <vt:lpstr>PowerPoint Presentation</vt:lpstr>
      <vt:lpstr>Conclusion</vt:lpstr>
      <vt:lpstr>Geo- Tag Photos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inturijoshitha@outlook.com</cp:lastModifiedBy>
  <cp:revision>52</cp:revision>
  <dcterms:created xsi:type="dcterms:W3CDTF">2022-05-20T10:20:31Z</dcterms:created>
  <dcterms:modified xsi:type="dcterms:W3CDTF">2026-03-09T17:43:42Z</dcterms:modified>
</cp:coreProperties>
</file>